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5" r:id="rId4"/>
    <p:sldId id="266" r:id="rId5"/>
    <p:sldId id="267" r:id="rId6"/>
    <p:sldId id="259" r:id="rId7"/>
    <p:sldId id="261" r:id="rId8"/>
    <p:sldId id="262" r:id="rId9"/>
    <p:sldId id="263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3F061-A444-4EBC-8325-E387A0C472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C688D-DA15-41D0-85FA-16062F14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7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C688D-DA15-41D0-85FA-16062F14D1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19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C688D-DA15-41D0-85FA-16062F14D1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C688D-DA15-41D0-85FA-16062F14D1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C688D-DA15-41D0-85FA-16062F14D1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C688D-DA15-41D0-85FA-16062F14D1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974ACB3-131F-47A0-B8E4-A7A0BB2DF9D9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4207239-C0CC-4DEE-B8BA-A386267AE9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570" y="1340768"/>
            <a:ext cx="8568952" cy="14700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1800" dirty="0">
                <a:effectLst>
                  <a:glow rad="622300">
                    <a:prstClr val="white">
                      <a:alpha val="10000"/>
                    </a:prstClr>
                  </a:glo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TOOÁNNOO  KAROORAA FI RAAWWII MOOTUMMAA GANDOOTAA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r>
              <a:rPr lang="zh-CN" altLang="en-US" sz="1800" dirty="0">
                <a:effectLst>
                  <a:glow rad="622300">
                    <a:prstClr val="white">
                      <a:alpha val="10000"/>
                    </a:prstClr>
                  </a:glo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/>
            </a:r>
            <a:br>
              <a:rPr lang="zh-CN" altLang="en-US" sz="1800" dirty="0">
                <a:effectLst>
                  <a:glow rad="622300">
                    <a:prstClr val="white">
                      <a:alpha val="10000"/>
                    </a:prstClr>
                  </a:glow>
                </a:effectLst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611560" y="3602293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Naannoo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7" name="直接连接符 10"/>
          <p:cNvCxnSpPr/>
          <p:nvPr/>
        </p:nvCxnSpPr>
        <p:spPr>
          <a:xfrm flipH="1">
            <a:off x="1835696" y="3686744"/>
            <a:ext cx="68539" cy="25037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0"/>
          <p:cNvCxnSpPr/>
          <p:nvPr/>
        </p:nvCxnSpPr>
        <p:spPr>
          <a:xfrm flipH="1">
            <a:off x="3529618" y="3702267"/>
            <a:ext cx="68539" cy="25037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0"/>
          <p:cNvCxnSpPr/>
          <p:nvPr/>
        </p:nvCxnSpPr>
        <p:spPr>
          <a:xfrm flipH="1">
            <a:off x="5043022" y="3718624"/>
            <a:ext cx="68539" cy="25037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0"/>
          <p:cNvCxnSpPr/>
          <p:nvPr/>
        </p:nvCxnSpPr>
        <p:spPr>
          <a:xfrm flipH="1">
            <a:off x="6793107" y="3712750"/>
            <a:ext cx="68539" cy="25037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2"/>
          <p:cNvSpPr txBox="1"/>
          <p:nvPr/>
        </p:nvSpPr>
        <p:spPr>
          <a:xfrm>
            <a:off x="2006339" y="3644035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Godina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3563888" y="3625776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Aanaa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5460995" y="3614085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Ganda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2"/>
          <p:cNvSpPr txBox="1"/>
          <p:nvPr/>
        </p:nvSpPr>
        <p:spPr>
          <a:xfrm>
            <a:off x="7092280" y="3614085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Seektara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文本框 2"/>
          <p:cNvSpPr txBox="1"/>
          <p:nvPr/>
        </p:nvSpPr>
        <p:spPr>
          <a:xfrm>
            <a:off x="465257" y="4509120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Qonna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2460727" y="4482711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Faayyaa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4094613" y="4492893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Barnoota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6109916" y="4505571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Misooma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1835696" y="4678397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5491574" y="4678397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3671015" y="4629129"/>
            <a:ext cx="57606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文本框 2"/>
          <p:cNvSpPr txBox="1"/>
          <p:nvPr/>
        </p:nvSpPr>
        <p:spPr>
          <a:xfrm>
            <a:off x="7308304" y="4509120"/>
            <a:ext cx="136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gradFill>
                  <a:gsLst>
                    <a:gs pos="10241">
                      <a:srgbClr val="0070C0"/>
                    </a:gs>
                    <a:gs pos="81000">
                      <a:srgbClr val="00FFFF"/>
                    </a:gs>
                  </a:gsLst>
                  <a:lin ang="10800000" scaled="0"/>
                </a:gra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………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gradFill>
                <a:gsLst>
                  <a:gs pos="10241">
                    <a:srgbClr val="0070C0"/>
                  </a:gs>
                  <a:gs pos="81000">
                    <a:srgbClr val="00FFFF"/>
                  </a:gs>
                </a:gsLst>
                <a:lin ang="10800000" scaled="0"/>
              </a:gra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3196" y="496144"/>
            <a:ext cx="8136904" cy="9361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WAAJJIRA PIREZIDAANTII OROMIYAATTI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28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08520" y="497382"/>
            <a:ext cx="3528392" cy="26642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40828" y="1700808"/>
            <a:ext cx="2880320" cy="5040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Kaayyoo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21148" y="1706528"/>
            <a:ext cx="3672408" cy="373285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Guca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Wolfakkaataa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Fayyadamuu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Odeeffannoo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dhugaa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argachuu</a:t>
            </a:r>
            <a:r>
              <a:rPr lang="en-US" sz="1400" dirty="0" smtClean="0">
                <a:solidFill>
                  <a:schemeClr val="bg1"/>
                </a:solidFill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Itti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  <a:r>
              <a:rPr lang="en-US" sz="1400" dirty="0" err="1" smtClean="0">
                <a:solidFill>
                  <a:schemeClr val="bg1"/>
                </a:solidFill>
              </a:rPr>
              <a:t>gaafatamummaa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mirkaneessu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Yaa’insa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daataa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wolitti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Hudhuu</a:t>
            </a:r>
            <a:r>
              <a:rPr lang="en-US" sz="1400" dirty="0" smtClean="0">
                <a:solidFill>
                  <a:schemeClr val="bg1"/>
                </a:solidFill>
              </a:rPr>
              <a:t> .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>
                <a:solidFill>
                  <a:schemeClr val="bg1"/>
                </a:solidFill>
              </a:rPr>
              <a:t>Qindoomina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sektaroota</a:t>
            </a:r>
            <a:r>
              <a:rPr lang="en-US" sz="1400" dirty="0">
                <a:solidFill>
                  <a:schemeClr val="bg1"/>
                </a:solidFill>
              </a:rPr>
              <a:t>  </a:t>
            </a:r>
            <a:r>
              <a:rPr lang="en-US" sz="1400" dirty="0" err="1" smtClean="0">
                <a:solidFill>
                  <a:schemeClr val="bg1"/>
                </a:solidFill>
              </a:rPr>
              <a:t>cimsuu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Ragaa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sobaa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Hambisuu</a:t>
            </a:r>
            <a:r>
              <a:rPr lang="en-US" sz="1400" dirty="0" smtClean="0">
                <a:solidFill>
                  <a:schemeClr val="bg1"/>
                </a:solidFill>
              </a:rPr>
              <a:t> 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Dhiyeessii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gabaasaa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Fooyyessuu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Murtee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sirrii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kennuuf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Wolgahiinsa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mirkaneessuuf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9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08520" y="497382"/>
            <a:ext cx="3528392" cy="26642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40828" y="1700808"/>
            <a:ext cx="2880320" cy="5040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solidFill>
                  <a:schemeClr val="bg1"/>
                </a:solidFill>
              </a:rPr>
              <a:t>Hojii</a:t>
            </a:r>
            <a:r>
              <a:rPr lang="en-US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</a:rPr>
              <a:t>Ijoo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27984" y="1700808"/>
            <a:ext cx="3672408" cy="373285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wogaa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kurmaanaa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jiáa</a:t>
            </a:r>
            <a:endParaRPr lang="en-US" dirty="0" smtClean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torbanii</a:t>
            </a:r>
            <a:endParaRPr lang="en-US" dirty="0" smtClean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Karoora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guyyaa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lvl="2" algn="just">
              <a:lnSpc>
                <a:spcPct val="150000"/>
              </a:lnSpc>
            </a:pPr>
            <a:r>
              <a:rPr lang="en-US" dirty="0" err="1" smtClean="0">
                <a:solidFill>
                  <a:schemeClr val="bg1"/>
                </a:solidFill>
              </a:rPr>
              <a:t>Seekatara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hundaaf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95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08520" y="497382"/>
            <a:ext cx="3528392" cy="26642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40828" y="1700808"/>
            <a:ext cx="2880320" cy="5040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solidFill>
                  <a:schemeClr val="bg1"/>
                </a:solidFill>
              </a:rPr>
              <a:t>Hojii</a:t>
            </a:r>
            <a:r>
              <a:rPr lang="en-US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</a:rPr>
              <a:t>Ijoo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27984" y="1700808"/>
            <a:ext cx="3672408" cy="373285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karoora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woggaa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karoora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kurmaana</a:t>
            </a:r>
            <a:r>
              <a:rPr lang="en-US" sz="1600" dirty="0" err="1">
                <a:solidFill>
                  <a:schemeClr val="bg1"/>
                </a:solidFill>
              </a:rPr>
              <a:t>a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Karoora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jiáa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Karoora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torbanii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 err="1" smtClean="0">
                <a:solidFill>
                  <a:schemeClr val="bg1"/>
                </a:solidFill>
              </a:rPr>
              <a:t>Gabaasa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Karoora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guyyaa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sz="1600" dirty="0" err="1" smtClean="0">
                <a:solidFill>
                  <a:schemeClr val="bg1"/>
                </a:solidFill>
              </a:rPr>
              <a:t>Seekatara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hundaaf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58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08520" y="497382"/>
            <a:ext cx="3528392" cy="26642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40828" y="1700808"/>
            <a:ext cx="2880320" cy="5040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>
                <a:solidFill>
                  <a:schemeClr val="bg1"/>
                </a:solidFill>
              </a:rPr>
              <a:t>Hojii</a:t>
            </a:r>
            <a:r>
              <a:rPr lang="en-US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err="1" smtClean="0">
                <a:solidFill>
                  <a:schemeClr val="bg1"/>
                </a:solidFill>
              </a:rPr>
              <a:t>Ijoo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27984" y="1700808"/>
            <a:ext cx="3672408" cy="373285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Raawwii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Raawwii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Guyyaa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raawwii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torbanii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Raawwii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ji’aa</a:t>
            </a:r>
            <a:endParaRPr lang="en-US" dirty="0" smtClean="0">
              <a:solidFill>
                <a:schemeClr val="bg1"/>
              </a:solidFill>
            </a:endParaRP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Raawwii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kurmaanaa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</a:rPr>
              <a:t>Raawwii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woggaa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>
                <a:solidFill>
                  <a:schemeClr val="bg1"/>
                </a:solidFill>
              </a:rPr>
              <a:t>         </a:t>
            </a:r>
            <a:r>
              <a:rPr lang="en-US" sz="1400" dirty="0" err="1" smtClean="0">
                <a:solidFill>
                  <a:schemeClr val="bg1"/>
                </a:solidFill>
              </a:rPr>
              <a:t>Seekatara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hundaaf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6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0" y="44624"/>
            <a:ext cx="9108504" cy="57606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358932" y="296225"/>
            <a:ext cx="1296144" cy="108568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90346"/>
            <a:ext cx="3059832" cy="1755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1187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96072" y="576260"/>
            <a:ext cx="864096" cy="720080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35698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1458440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urved Connector 19"/>
          <p:cNvCxnSpPr/>
          <p:nvPr/>
        </p:nvCxnSpPr>
        <p:spPr>
          <a:xfrm rot="5400000" flipH="1" flipV="1">
            <a:off x="400570" y="1137906"/>
            <a:ext cx="544258" cy="48130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7786" y="217938"/>
            <a:ext cx="1746740" cy="348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Sectors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128306" y="227894"/>
            <a:ext cx="1735260" cy="3483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Bulchaa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Gandaa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9484" y="791108"/>
            <a:ext cx="2140348" cy="7566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8650" lvl="1" indent="-171450">
              <a:buFont typeface="Wingdings" pitchFamily="2" charset="2"/>
              <a:buChar char="ü"/>
            </a:pPr>
            <a:r>
              <a:rPr lang="en-US" sz="1100" dirty="0" err="1"/>
              <a:t>Karoora</a:t>
            </a:r>
            <a:r>
              <a:rPr lang="en-US" sz="1100" dirty="0"/>
              <a:t> </a:t>
            </a:r>
            <a:r>
              <a:rPr lang="en-US" sz="1100" dirty="0" err="1"/>
              <a:t>galchuu</a:t>
            </a:r>
            <a:endParaRPr lang="en-US" sz="1100" dirty="0"/>
          </a:p>
          <a:p>
            <a:pPr marL="628650" lvl="1" indent="-171450">
              <a:buFont typeface="Wingdings" pitchFamily="2" charset="2"/>
              <a:buChar char="ü"/>
            </a:pPr>
            <a:r>
              <a:rPr lang="en-US" sz="1100" dirty="0" err="1"/>
              <a:t>Raawwii</a:t>
            </a:r>
            <a:r>
              <a:rPr lang="en-US" sz="1100" dirty="0"/>
              <a:t> </a:t>
            </a:r>
            <a:r>
              <a:rPr lang="en-US" sz="1100" dirty="0" err="1"/>
              <a:t>galmeessuu</a:t>
            </a:r>
            <a:endParaRPr lang="en-US" sz="1100" dirty="0"/>
          </a:p>
          <a:p>
            <a:pPr marL="171450" indent="-171450" algn="ctr">
              <a:buFont typeface="Wingdings" pitchFamily="2" charset="2"/>
              <a:buChar char="ü"/>
            </a:pPr>
            <a:endParaRPr lang="en-US" sz="1100" dirty="0"/>
          </a:p>
        </p:txBody>
      </p:sp>
      <p:cxnSp>
        <p:nvCxnSpPr>
          <p:cNvPr id="18" name="Curved Connector 17"/>
          <p:cNvCxnSpPr/>
          <p:nvPr/>
        </p:nvCxnSpPr>
        <p:spPr>
          <a:xfrm flipV="1">
            <a:off x="324844" y="1137931"/>
            <a:ext cx="588506" cy="3150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/>
          <p:nvPr/>
        </p:nvCxnSpPr>
        <p:spPr>
          <a:xfrm rot="16200000" flipH="1">
            <a:off x="273823" y="514156"/>
            <a:ext cx="670686" cy="60837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/>
          <p:nvPr/>
        </p:nvCxnSpPr>
        <p:spPr>
          <a:xfrm flipV="1">
            <a:off x="2970313" y="916181"/>
            <a:ext cx="449559" cy="125073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/>
        </p:nvCxnSpPr>
        <p:spPr>
          <a:xfrm flipV="1">
            <a:off x="3029699" y="916181"/>
            <a:ext cx="390173" cy="347725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816409" y="1819732"/>
            <a:ext cx="1907719" cy="11052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148064" y="191584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870216" y="2348165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3851920" y="191677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Curved Connector 53"/>
          <p:cNvCxnSpPr>
            <a:stCxn id="28" idx="2"/>
            <a:endCxn id="49" idx="0"/>
          </p:cNvCxnSpPr>
          <p:nvPr/>
        </p:nvCxnSpPr>
        <p:spPr>
          <a:xfrm rot="16200000" flipH="1">
            <a:off x="4418576" y="970334"/>
            <a:ext cx="533940" cy="1357084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/>
          <p:cNvCxnSpPr>
            <a:endCxn id="50" idx="3"/>
          </p:cNvCxnSpPr>
          <p:nvPr/>
        </p:nvCxnSpPr>
        <p:spPr>
          <a:xfrm rot="16200000" flipH="1">
            <a:off x="3497322" y="1669236"/>
            <a:ext cx="1177837" cy="432048"/>
          </a:xfrm>
          <a:prstGeom prst="curvedConnector4">
            <a:avLst>
              <a:gd name="adj1" fmla="val 44651"/>
              <a:gd name="adj2" fmla="val 15291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/>
          <p:cNvCxnSpPr/>
          <p:nvPr/>
        </p:nvCxnSpPr>
        <p:spPr>
          <a:xfrm rot="16200000" flipH="1">
            <a:off x="3470160" y="1390068"/>
            <a:ext cx="619506" cy="43205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823712" y="2600192"/>
            <a:ext cx="1900415" cy="4262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Seektara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Aanaa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863566" y="296225"/>
            <a:ext cx="1217068" cy="10956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655076" y="307661"/>
            <a:ext cx="1735260" cy="27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Bulchaa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</a:t>
            </a:r>
            <a:r>
              <a:rPr lang="en-US" sz="1200" dirty="0" err="1" smtClean="0">
                <a:solidFill>
                  <a:schemeClr val="tx1"/>
                </a:solidFill>
              </a:rPr>
              <a:t>anaa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004048" y="707807"/>
            <a:ext cx="864096" cy="608138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Curved Connector 83"/>
          <p:cNvCxnSpPr/>
          <p:nvPr/>
        </p:nvCxnSpPr>
        <p:spPr>
          <a:xfrm>
            <a:off x="4643440" y="804165"/>
            <a:ext cx="360040" cy="26426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6300192" y="307661"/>
            <a:ext cx="1314280" cy="10708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6639232" y="632231"/>
            <a:ext cx="864096" cy="608138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Curved Connector 89"/>
          <p:cNvCxnSpPr/>
          <p:nvPr/>
        </p:nvCxnSpPr>
        <p:spPr>
          <a:xfrm>
            <a:off x="5868144" y="850584"/>
            <a:ext cx="747112" cy="190670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7784630" y="116632"/>
            <a:ext cx="1251866" cy="12099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8064388" y="580639"/>
            <a:ext cx="864096" cy="608138"/>
          </a:xfrm>
          <a:prstGeom prst="rect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Curved Connector 109"/>
          <p:cNvCxnSpPr>
            <a:stCxn id="88" idx="3"/>
          </p:cNvCxnSpPr>
          <p:nvPr/>
        </p:nvCxnSpPr>
        <p:spPr>
          <a:xfrm>
            <a:off x="7614472" y="843109"/>
            <a:ext cx="449916" cy="7038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6390337" y="2180793"/>
            <a:ext cx="1782064" cy="11052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668344" y="277437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6523064" y="2774376"/>
            <a:ext cx="432048" cy="25202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Curved Connector 114"/>
          <p:cNvCxnSpPr>
            <a:stCxn id="88" idx="2"/>
            <a:endCxn id="113" idx="1"/>
          </p:cNvCxnSpPr>
          <p:nvPr/>
        </p:nvCxnSpPr>
        <p:spPr>
          <a:xfrm rot="16200000" flipH="1">
            <a:off x="6551922" y="1783967"/>
            <a:ext cx="1521833" cy="711012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urved Connector 116"/>
          <p:cNvCxnSpPr/>
          <p:nvPr/>
        </p:nvCxnSpPr>
        <p:spPr>
          <a:xfrm rot="16200000" flipH="1">
            <a:off x="5983853" y="2019141"/>
            <a:ext cx="1662870" cy="1524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6049370" y="300627"/>
            <a:ext cx="1735260" cy="27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Bulchaa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Godinaa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7614472" y="219169"/>
            <a:ext cx="1529528" cy="27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Sadarkaa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Naannoo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600936" y="2132004"/>
            <a:ext cx="1735260" cy="27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Seektara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Godinaa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0" y="3356992"/>
            <a:ext cx="9144000" cy="244827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6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  <p:sndAc>
          <p:stSnd>
            <p:snd r:embed="rId3" name="bomb.wav"/>
          </p:stSnd>
        </p:sndAc>
      </p:transition>
    </mc:Choice>
    <mc:Fallback>
      <p:transition spd="slow">
        <p:fade/>
        <p:sndAc>
          <p:stSnd>
            <p:snd r:embed="rId3" name="bomb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504" y="476672"/>
            <a:ext cx="9036496" cy="4320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chemeClr val="bg1"/>
                </a:solidFill>
              </a:rPr>
              <a:t>Qoqqoodinsa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Karooraa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garee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gareen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67744" y="1196752"/>
            <a:ext cx="3384376" cy="309634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 smtClean="0">
                <a:solidFill>
                  <a:schemeClr val="bg1"/>
                </a:solidFill>
              </a:rPr>
              <a:t>Misooma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Qonnaa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 smtClean="0">
                <a:solidFill>
                  <a:schemeClr val="bg1"/>
                </a:solidFill>
              </a:rPr>
              <a:t>Bu’uuraalee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Misoomaa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 smtClean="0">
                <a:solidFill>
                  <a:schemeClr val="bg1"/>
                </a:solidFill>
              </a:rPr>
              <a:t>Misooma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Hawaasummaa</a:t>
            </a:r>
            <a:endParaRPr lang="en-US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 smtClean="0">
                <a:solidFill>
                  <a:schemeClr val="bg1"/>
                </a:solidFill>
              </a:rPr>
              <a:t>Carraa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Hojii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uumuu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err="1" smtClean="0">
                <a:solidFill>
                  <a:schemeClr val="bg1"/>
                </a:solidFill>
              </a:rPr>
              <a:t>Horataalee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Mootummaa</a:t>
            </a:r>
            <a:endParaRPr lang="en-US" dirty="0" smtClean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US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4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504" y="476672"/>
            <a:ext cx="9036496" cy="4320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chemeClr val="bg1"/>
                </a:solidFill>
              </a:rPr>
              <a:t>Karoora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waggaa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Misooma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Qonnaa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3528" y="1340768"/>
            <a:ext cx="3384376" cy="40324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Midhaan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smtClean="0">
                <a:solidFill>
                  <a:schemeClr val="bg1"/>
                </a:solidFill>
              </a:rPr>
              <a:t>Calla </a:t>
            </a:r>
            <a:r>
              <a:rPr lang="en-US" sz="1400" dirty="0" err="1" smtClean="0">
                <a:solidFill>
                  <a:schemeClr val="bg1"/>
                </a:solidFill>
              </a:rPr>
              <a:t>Guddiftuu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Dhiyeessii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Mechinizeeshinii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Liqii</a:t>
            </a:r>
            <a:r>
              <a:rPr lang="en-US" sz="1400" dirty="0" smtClean="0">
                <a:solidFill>
                  <a:schemeClr val="bg1"/>
                </a:solidFill>
              </a:rPr>
              <a:t> fi </a:t>
            </a:r>
            <a:r>
              <a:rPr lang="en-US" sz="1400" dirty="0" err="1" smtClean="0">
                <a:solidFill>
                  <a:schemeClr val="bg1"/>
                </a:solidFill>
              </a:rPr>
              <a:t>Qusannaa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Hojiilee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Gabbina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Biyyoo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Baay’ina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Narsarii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Qophii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Biqiltuu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Dhaabbii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Biqiltuu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07904" y="1342316"/>
            <a:ext cx="5328592" cy="40324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Babal’ina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Woldaa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Hojii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Gamtaa</a:t>
            </a:r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Eeggumsa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Naannoo</a:t>
            </a:r>
            <a:r>
              <a:rPr lang="en-US" sz="1400" dirty="0" smtClean="0">
                <a:solidFill>
                  <a:schemeClr val="bg1"/>
                </a:solidFill>
              </a:rPr>
              <a:t> Fi </a:t>
            </a:r>
            <a:r>
              <a:rPr lang="en-US" sz="1400" dirty="0" err="1" smtClean="0">
                <a:solidFill>
                  <a:schemeClr val="bg1"/>
                </a:solidFill>
              </a:rPr>
              <a:t>Misoomaa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Misooma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Sululaa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Dhiyeessiwwan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  <a:r>
              <a:rPr lang="en-US" sz="1400" dirty="0" err="1" smtClean="0">
                <a:solidFill>
                  <a:schemeClr val="bg1"/>
                </a:solidFill>
              </a:rPr>
              <a:t>Misooma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Beeyladaa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Oomisha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beeyladaa</a:t>
            </a:r>
            <a:r>
              <a:rPr lang="en-US" sz="1400" dirty="0" smtClean="0">
                <a:solidFill>
                  <a:schemeClr val="bg1"/>
                </a:solidFill>
              </a:rPr>
              <a:t> Fi </a:t>
            </a:r>
            <a:r>
              <a:rPr lang="en-US" sz="1400" dirty="0" err="1" smtClean="0">
                <a:solidFill>
                  <a:schemeClr val="bg1"/>
                </a:solidFill>
              </a:rPr>
              <a:t>Bu’aa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Beeyladaa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400" dirty="0" err="1" smtClean="0">
                <a:solidFill>
                  <a:schemeClr val="bg1"/>
                </a:solidFill>
              </a:rPr>
              <a:t>Hojii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nQabeenya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</a:rPr>
              <a:t>Uumama</a:t>
            </a:r>
            <a:r>
              <a:rPr lang="en-US" sz="1400" dirty="0" smtClean="0">
                <a:solidFill>
                  <a:schemeClr val="bg1"/>
                </a:solidFill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93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504" y="476672"/>
            <a:ext cx="9036496" cy="4320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chemeClr val="bg1"/>
                </a:solidFill>
              </a:rPr>
              <a:t>Karoora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waggaa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Misooma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Qonnaa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512" y="1382728"/>
            <a:ext cx="4230724" cy="19022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Sadarkaa</a:t>
            </a:r>
            <a:r>
              <a: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Gandaatti</a:t>
            </a:r>
            <a:r>
              <a: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(Primary Data Collection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Karoora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Galchuu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Rakkoowwan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jiru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Yaada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Furmaataa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carraa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jiru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66020" y="1772816"/>
            <a:ext cx="1944216" cy="144016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Qaama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daataa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galchu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Hogganaa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seektaraa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Hojjataa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dirree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5750" indent="-285750" algn="just">
              <a:buFont typeface="Wingdings" pitchFamily="2" charset="2"/>
              <a:buChar char="v"/>
            </a:pP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Bulchaa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gandaa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10236" y="1382728"/>
            <a:ext cx="4410236" cy="19022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Hojjataa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Dirree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0152" y="1905804"/>
            <a:ext cx="2880320" cy="50405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Hogganaa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seektaraa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tiin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mirkanaaá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362868"/>
            <a:ext cx="4671138" cy="12603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Hogganaa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Sekataariin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kan</a:t>
            </a: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guuttame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05118" y="4149080"/>
            <a:ext cx="2466020" cy="47414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Bulchaa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Gandaatiin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mirkanaaá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7504" y="476672"/>
            <a:ext cx="9036496" cy="432048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/>
              <a:t>Sadarkaalee</a:t>
            </a:r>
            <a:r>
              <a:rPr lang="en-US" sz="2800" dirty="0" smtClean="0"/>
              <a:t>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512" y="1382728"/>
            <a:ext cx="4230724" cy="19022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200" b="1" dirty="0" err="1" smtClean="0"/>
              <a:t>Sadarkaa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Aanaa</a:t>
            </a:r>
            <a:r>
              <a:rPr lang="en-US" sz="1200" b="1" dirty="0" smtClean="0"/>
              <a:t> (Coordination &amp; Aggregation)</a:t>
            </a:r>
            <a:endParaRPr lang="en-US" sz="1200" b="1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050" dirty="0" err="1" smtClean="0"/>
              <a:t>Odeeffannoo</a:t>
            </a:r>
            <a:r>
              <a:rPr lang="en-US" sz="1050" dirty="0" smtClean="0"/>
              <a:t> </a:t>
            </a:r>
            <a:r>
              <a:rPr lang="en-US" sz="1050" dirty="0" err="1" smtClean="0"/>
              <a:t>gandoota</a:t>
            </a:r>
            <a:r>
              <a:rPr lang="en-US" sz="1050" dirty="0" smtClean="0"/>
              <a:t> </a:t>
            </a:r>
            <a:r>
              <a:rPr lang="en-US" sz="1050" dirty="0" err="1" smtClean="0"/>
              <a:t>keessaa</a:t>
            </a:r>
            <a:r>
              <a:rPr lang="en-US" sz="1050" dirty="0" smtClean="0"/>
              <a:t> </a:t>
            </a:r>
            <a:r>
              <a:rPr lang="en-US" sz="1050" dirty="0" err="1" smtClean="0"/>
              <a:t>walitti</a:t>
            </a:r>
            <a:r>
              <a:rPr lang="en-US" sz="1050" dirty="0" smtClean="0"/>
              <a:t> </a:t>
            </a:r>
            <a:r>
              <a:rPr lang="en-US" sz="1050" dirty="0" err="1" smtClean="0"/>
              <a:t>qabu</a:t>
            </a:r>
            <a:endParaRPr lang="en-US" sz="1050" dirty="0" smtClean="0"/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050" dirty="0" err="1" smtClean="0"/>
              <a:t>Qindoomina</a:t>
            </a:r>
            <a:r>
              <a:rPr lang="en-US" sz="1050" dirty="0" smtClean="0"/>
              <a:t> </a:t>
            </a:r>
            <a:r>
              <a:rPr lang="en-US" sz="1050" dirty="0" err="1" smtClean="0"/>
              <a:t>sektaroota</a:t>
            </a:r>
            <a:r>
              <a:rPr lang="en-US" sz="1050" dirty="0" smtClean="0"/>
              <a:t> </a:t>
            </a:r>
            <a:r>
              <a:rPr lang="en-US" sz="1050" dirty="0" err="1" smtClean="0"/>
              <a:t>addaa</a:t>
            </a:r>
            <a:r>
              <a:rPr lang="en-US" sz="1050" dirty="0" smtClean="0"/>
              <a:t> </a:t>
            </a:r>
            <a:r>
              <a:rPr lang="en-US" sz="1050" dirty="0" err="1" smtClean="0"/>
              <a:t>addaa</a:t>
            </a:r>
            <a:r>
              <a:rPr lang="en-US" sz="1050" dirty="0" smtClean="0"/>
              <a:t> </a:t>
            </a:r>
            <a:endParaRPr lang="en-US" sz="105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050" dirty="0" err="1" smtClean="0"/>
              <a:t>Karoora</a:t>
            </a:r>
            <a:r>
              <a:rPr lang="en-US" sz="1050" dirty="0" smtClean="0"/>
              <a:t> </a:t>
            </a:r>
            <a:r>
              <a:rPr lang="en-US" sz="1050" dirty="0" err="1" smtClean="0"/>
              <a:t>aanaa</a:t>
            </a:r>
            <a:r>
              <a:rPr lang="en-US" sz="1050" dirty="0" smtClean="0"/>
              <a:t> </a:t>
            </a:r>
            <a:r>
              <a:rPr lang="en-US" sz="1050" dirty="0" err="1" smtClean="0"/>
              <a:t>qopheessu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 algn="ctr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4672" y="1399536"/>
            <a:ext cx="4410236" cy="19022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b="1" dirty="0" err="1" smtClean="0"/>
              <a:t>Sadarkaa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Godina</a:t>
            </a:r>
            <a:r>
              <a:rPr lang="en-US" sz="1200" b="1" dirty="0" smtClean="0"/>
              <a:t> (Consolidation &amp; Analysis)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>
                <a:solidFill>
                  <a:schemeClr val="bg1"/>
                </a:solidFill>
              </a:rPr>
              <a:t>Karoora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aanaalee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wolitti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qabuu</a:t>
            </a:r>
            <a:r>
              <a:rPr lang="en-US" sz="1200" dirty="0">
                <a:solidFill>
                  <a:schemeClr val="bg1"/>
                </a:solidFill>
              </a:rPr>
              <a:t> fi </a:t>
            </a:r>
            <a:r>
              <a:rPr lang="en-US" sz="1200" dirty="0" err="1">
                <a:solidFill>
                  <a:schemeClr val="bg1"/>
                </a:solidFill>
              </a:rPr>
              <a:t>xiinxalu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>
                <a:solidFill>
                  <a:schemeClr val="bg1"/>
                </a:solidFill>
              </a:rPr>
              <a:t>Dorgomsiisuu</a:t>
            </a:r>
            <a:r>
              <a:rPr lang="en-US" sz="1200" dirty="0">
                <a:solidFill>
                  <a:schemeClr val="bg1"/>
                </a:solidFill>
              </a:rPr>
              <a:t> fi </a:t>
            </a:r>
            <a:r>
              <a:rPr lang="en-US" sz="1200" dirty="0" err="1">
                <a:solidFill>
                  <a:schemeClr val="bg1"/>
                </a:solidFill>
              </a:rPr>
              <a:t>filannoo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karoora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gurguddaa</a:t>
            </a:r>
            <a:r>
              <a:rPr lang="en-US" sz="1200" dirty="0">
                <a:solidFill>
                  <a:schemeClr val="bg1"/>
                </a:solidFill>
              </a:rPr>
              <a:t> fi </a:t>
            </a:r>
            <a:r>
              <a:rPr lang="en-US" sz="1200" dirty="0" err="1">
                <a:solidFill>
                  <a:schemeClr val="bg1"/>
                </a:solidFill>
              </a:rPr>
              <a:t>bu’a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qabeessa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ta’an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>
                <a:solidFill>
                  <a:schemeClr val="bg1"/>
                </a:solidFill>
              </a:rPr>
              <a:t>Tooftaa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raawwii</a:t>
            </a:r>
            <a:r>
              <a:rPr lang="en-US" sz="1200" dirty="0">
                <a:solidFill>
                  <a:schemeClr val="bg1"/>
                </a:solidFill>
              </a:rPr>
              <a:t> fi </a:t>
            </a:r>
            <a:r>
              <a:rPr lang="en-US" sz="1200" dirty="0" err="1">
                <a:solidFill>
                  <a:schemeClr val="bg1"/>
                </a:solidFill>
              </a:rPr>
              <a:t>deeggarsa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barbaachisu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qopheessuu</a:t>
            </a:r>
            <a:endParaRPr 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512" y="3362868"/>
            <a:ext cx="4205160" cy="1260356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1200" dirty="0" err="1" smtClean="0"/>
              <a:t>Sadarkaa</a:t>
            </a:r>
            <a:r>
              <a:rPr lang="en-US" sz="1200" dirty="0" smtClean="0"/>
              <a:t> </a:t>
            </a:r>
            <a:r>
              <a:rPr lang="en-US" sz="1200" dirty="0" err="1" smtClean="0"/>
              <a:t>Naannoo</a:t>
            </a:r>
            <a:r>
              <a:rPr lang="en-US" sz="1200" dirty="0" smtClean="0"/>
              <a:t> (Policy &amp; Resource Alignment)</a:t>
            </a:r>
          </a:p>
          <a:p>
            <a:pPr marL="171450" indent="-1714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200" dirty="0" err="1" smtClean="0">
                <a:solidFill>
                  <a:schemeClr val="bg1"/>
                </a:solidFill>
              </a:rPr>
              <a:t>Karooraa</a:t>
            </a:r>
            <a:r>
              <a:rPr lang="en-US" sz="1200" dirty="0" smtClean="0">
                <a:solidFill>
                  <a:schemeClr val="bg1"/>
                </a:solidFill>
              </a:rPr>
              <a:t> fi </a:t>
            </a:r>
            <a:r>
              <a:rPr lang="en-US" sz="1200" dirty="0" err="1" smtClean="0">
                <a:solidFill>
                  <a:schemeClr val="bg1"/>
                </a:solidFill>
              </a:rPr>
              <a:t>gabaas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godinaalee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wolitti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</a:rPr>
              <a:t>qabuu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56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2060848"/>
            <a:ext cx="8229600" cy="230425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4400" dirty="0"/>
              <a:t> </a:t>
            </a:r>
            <a:r>
              <a:rPr lang="en-US" sz="4400" dirty="0" smtClean="0"/>
              <a:t>           Thank You!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5750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1127</TotalTime>
  <Words>310</Words>
  <Application>Microsoft Office PowerPoint</Application>
  <PresentationFormat>On-screen Show (4:3)</PresentationFormat>
  <Paragraphs>121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 TOOÁNNOO  KAROORAA FI RAAWWII MOOTUMMAA GANDOOTAA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TOOÁNNOO  KAROORAA FI RAAWWII MOOTUMMAA GANDOOTAA</dc:title>
  <dc:creator>User</dc:creator>
  <cp:lastModifiedBy>User</cp:lastModifiedBy>
  <cp:revision>14</cp:revision>
  <dcterms:created xsi:type="dcterms:W3CDTF">2025-07-02T12:55:11Z</dcterms:created>
  <dcterms:modified xsi:type="dcterms:W3CDTF">2025-07-03T07:42:31Z</dcterms:modified>
</cp:coreProperties>
</file>